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lang="en-US" sz="48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lang="en-US" sz="2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 xml:space="preserve">레거시 DB의 내부 로직(SP) 현대화는 </a:t>
            </a:r>
            <a:r>
              <a:rPr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T-SQL AST 기반 정적 분석 및 CRUD 테이블 기계적 분류 (ScriptDom)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하이브리드 동적 SQL 및 Linked Server 원격 참조 정밀 탐지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문맥 보완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모순 감지 및 클렌징 SQL 스크립트 자동 덤프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 (L1 린터 ➔ L2 AI리뷰 ➔ L3 인간 승인)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TDD용 단위 테스트 및 ArchUnit 아키텍처 제약 규칙 자동 설계 (선제 공급)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 (L1/L2 구조 검증)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및 Cleanup 라이프사이클 격리 관리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런타임 격리 실행 (C# 트랜잭션 롤백 및 Java IPC 통신)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 (DataComparison)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5대 기준 평가 피드백 획득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채점(5대 기준 각 10점, 총 50점 만점) 후 100점 정규화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동적 라이브러리 로딩 및 트랜잭션 강제 롤백을 통한 데이터베이스 격리, 또는 독립 프로세스 기동 및 타임아웃 제어를 통한 런타임 격리를 적용하여 대상 로직의 수행 결과를 JSON 포맷의 스트림으로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lang="en-US" sz="1400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&amp; 스키마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의존성 추적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L1/L2 자가보완 및 TUI 미리보기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증분 분석 캐싱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API 토큰 비용 및 대기시간 최소화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순서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작업 지시서 번들 패키징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및 DB 메타데이터 번들화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양방향 제어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취소 시 좀비 방지 트리 강제 정리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 테스트 사전 공급 &amp; 자가 수정 피드백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소스코드-설계서 Gap 분석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Sandbox 결과 1:1 비교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관계형 모의 데이터 적재/소거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실행 덤프 값 정밀 대조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시 3단계 복구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 재수립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 보완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튜닝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 xml:space="preserve">분석 및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개발 공수 단축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레거시 비즈니스 로직 파악과 문서화에 소요되는 시간 및 인적 리소스를 혁신적으로 단축(90% 이상 절감)합니다.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 xml:space="preserve">설계 산출물 결함률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제로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